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jula lattupally" userId="dbe1b97b39bdac6a" providerId="LiveId" clId="{9C61E70B-4E65-4B7E-AB31-C8CD275BD893}"/>
    <pc:docChg chg="undo redo custSel modSld">
      <pc:chgData name="manjula lattupally" userId="dbe1b97b39bdac6a" providerId="LiveId" clId="{9C61E70B-4E65-4B7E-AB31-C8CD275BD893}" dt="2026-07-17T01:22:28.314" v="12" actId="115"/>
      <pc:docMkLst>
        <pc:docMk/>
      </pc:docMkLst>
      <pc:sldChg chg="modSp mod">
        <pc:chgData name="manjula lattupally" userId="dbe1b97b39bdac6a" providerId="LiveId" clId="{9C61E70B-4E65-4B7E-AB31-C8CD275BD893}" dt="2026-07-17T01:22:28.314" v="12" actId="115"/>
        <pc:sldMkLst>
          <pc:docMk/>
          <pc:sldMk cId="3561594622" sldId="259"/>
        </pc:sldMkLst>
        <pc:spChg chg="mod">
          <ac:chgData name="manjula lattupally" userId="dbe1b97b39bdac6a" providerId="LiveId" clId="{9C61E70B-4E65-4B7E-AB31-C8CD275BD893}" dt="2026-07-17T01:22:28.314" v="12" actId="115"/>
          <ac:spMkLst>
            <pc:docMk/>
            <pc:sldMk cId="3561594622" sldId="259"/>
            <ac:spMk id="3" creationId="{B6810A7D-1EF5-7B49-1D72-1B47DD1889A5}"/>
          </ac:spMkLst>
        </pc:spChg>
      </pc:sldChg>
      <pc:sldChg chg="addSp delSp modSp mod">
        <pc:chgData name="manjula lattupally" userId="dbe1b97b39bdac6a" providerId="LiveId" clId="{9C61E70B-4E65-4B7E-AB31-C8CD275BD893}" dt="2026-07-17T01:22:28.040" v="11" actId="26606"/>
        <pc:sldMkLst>
          <pc:docMk/>
          <pc:sldMk cId="3463178842" sldId="261"/>
        </pc:sldMkLst>
        <pc:spChg chg="mod">
          <ac:chgData name="manjula lattupally" userId="dbe1b97b39bdac6a" providerId="LiveId" clId="{9C61E70B-4E65-4B7E-AB31-C8CD275BD893}" dt="2026-07-17T01:22:28.040" v="11" actId="26606"/>
          <ac:spMkLst>
            <pc:docMk/>
            <pc:sldMk cId="3463178842" sldId="261"/>
            <ac:spMk id="2" creationId="{CB40BC8A-8055-291F-9B24-4087326E02E2}"/>
          </ac:spMkLst>
        </pc:spChg>
        <pc:spChg chg="add del">
          <ac:chgData name="manjula lattupally" userId="dbe1b97b39bdac6a" providerId="LiveId" clId="{9C61E70B-4E65-4B7E-AB31-C8CD275BD893}" dt="2026-07-17T01:22:28.040" v="11" actId="26606"/>
          <ac:spMkLst>
            <pc:docMk/>
            <pc:sldMk cId="3463178842" sldId="261"/>
            <ac:spMk id="39" creationId="{C6FC42E6-6C25-4922-95D2-B97B1E123559}"/>
          </ac:spMkLst>
        </pc:spChg>
        <pc:spChg chg="add del">
          <ac:chgData name="manjula lattupally" userId="dbe1b97b39bdac6a" providerId="LiveId" clId="{9C61E70B-4E65-4B7E-AB31-C8CD275BD893}" dt="2026-07-17T01:22:28.040" v="11" actId="26606"/>
          <ac:spMkLst>
            <pc:docMk/>
            <pc:sldMk cId="3463178842" sldId="261"/>
            <ac:spMk id="41" creationId="{0295F874-A8A5-4A14-8CFC-828968DE64C4}"/>
          </ac:spMkLst>
        </pc:spChg>
        <pc:spChg chg="add del">
          <ac:chgData name="manjula lattupally" userId="dbe1b97b39bdac6a" providerId="LiveId" clId="{9C61E70B-4E65-4B7E-AB31-C8CD275BD893}" dt="2026-07-17T01:20:56.211" v="3" actId="26606"/>
          <ac:spMkLst>
            <pc:docMk/>
            <pc:sldMk cId="3463178842" sldId="261"/>
            <ac:spMk id="43" creationId="{ED9C414A-A284-4D73-B9C7-54C138F6DC3D}"/>
          </ac:spMkLst>
        </pc:spChg>
        <pc:spChg chg="add del">
          <ac:chgData name="manjula lattupally" userId="dbe1b97b39bdac6a" providerId="LiveId" clId="{9C61E70B-4E65-4B7E-AB31-C8CD275BD893}" dt="2026-07-17T01:20:56.211" v="3" actId="26606"/>
          <ac:spMkLst>
            <pc:docMk/>
            <pc:sldMk cId="3463178842" sldId="261"/>
            <ac:spMk id="44" creationId="{A3DAD80A-CFC8-4003-858B-671FF2048CE2}"/>
          </ac:spMkLst>
        </pc:spChg>
        <pc:spChg chg="add del">
          <ac:chgData name="manjula lattupally" userId="dbe1b97b39bdac6a" providerId="LiveId" clId="{9C61E70B-4E65-4B7E-AB31-C8CD275BD893}" dt="2026-07-17T01:20:30.895" v="1" actId="26606"/>
          <ac:spMkLst>
            <pc:docMk/>
            <pc:sldMk cId="3463178842" sldId="261"/>
            <ac:spMk id="46" creationId="{B5A8AFA4-5C32-4100-9C6D-839A47E15FA0}"/>
          </ac:spMkLst>
        </pc:spChg>
        <pc:spChg chg="add del">
          <ac:chgData name="manjula lattupally" userId="dbe1b97b39bdac6a" providerId="LiveId" clId="{9C61E70B-4E65-4B7E-AB31-C8CD275BD893}" dt="2026-07-17T01:21:02.955" v="5" actId="26606"/>
          <ac:spMkLst>
            <pc:docMk/>
            <pc:sldMk cId="3463178842" sldId="261"/>
            <ac:spMk id="47" creationId="{BEBFA723-5A7B-472D-ABD7-1526B8D3A38B}"/>
          </ac:spMkLst>
        </pc:spChg>
        <pc:spChg chg="add del">
          <ac:chgData name="manjula lattupally" userId="dbe1b97b39bdac6a" providerId="LiveId" clId="{9C61E70B-4E65-4B7E-AB31-C8CD275BD893}" dt="2026-07-17T01:20:30.895" v="1" actId="26606"/>
          <ac:spMkLst>
            <pc:docMk/>
            <pc:sldMk cId="3463178842" sldId="261"/>
            <ac:spMk id="48" creationId="{96B5F253-7949-47C2-9DBD-1570ECDA2296}"/>
          </ac:spMkLst>
        </pc:spChg>
        <pc:spChg chg="add del">
          <ac:chgData name="manjula lattupally" userId="dbe1b97b39bdac6a" providerId="LiveId" clId="{9C61E70B-4E65-4B7E-AB31-C8CD275BD893}" dt="2026-07-17T01:21:02.955" v="5" actId="26606"/>
          <ac:spMkLst>
            <pc:docMk/>
            <pc:sldMk cId="3463178842" sldId="261"/>
            <ac:spMk id="49" creationId="{A6B27065-399A-4CF7-BF70-CF79B9848FC1}"/>
          </ac:spMkLst>
        </pc:spChg>
        <pc:spChg chg="add del">
          <ac:chgData name="manjula lattupally" userId="dbe1b97b39bdac6a" providerId="LiveId" clId="{9C61E70B-4E65-4B7E-AB31-C8CD275BD893}" dt="2026-07-17T01:22:28.040" v="11" actId="26606"/>
          <ac:spMkLst>
            <pc:docMk/>
            <pc:sldMk cId="3463178842" sldId="261"/>
            <ac:spMk id="55" creationId="{1707FC24-6981-43D9-B525-C7832BA22463}"/>
          </ac:spMkLst>
        </pc:spChg>
        <pc:grpChg chg="add del">
          <ac:chgData name="manjula lattupally" userId="dbe1b97b39bdac6a" providerId="LiveId" clId="{9C61E70B-4E65-4B7E-AB31-C8CD275BD893}" dt="2026-07-17T01:21:02.955" v="5" actId="26606"/>
          <ac:grpSpMkLst>
            <pc:docMk/>
            <pc:sldMk cId="3463178842" sldId="261"/>
            <ac:grpSpMk id="50" creationId="{CF22986C-DDF7-4109-9D6A-006800D6B041}"/>
          </ac:grpSpMkLst>
        </pc:grpChg>
        <pc:picChg chg="mod">
          <ac:chgData name="manjula lattupally" userId="dbe1b97b39bdac6a" providerId="LiveId" clId="{9C61E70B-4E65-4B7E-AB31-C8CD275BD893}" dt="2026-07-17T01:22:28.040" v="11" actId="26606"/>
          <ac:picMkLst>
            <pc:docMk/>
            <pc:sldMk cId="3463178842" sldId="261"/>
            <ac:picMk id="5" creationId="{F5CA00EE-4336-0278-7BED-758E6D21969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16DED-E50F-94D0-F636-363E162AC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7E7D8-6D2E-4D38-5079-509DA0FD9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5450D-BC27-7666-6383-5CD2D7F50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53AA-182D-474A-B5F1-49E8CD4C436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9EAA9-63D8-4E24-0463-DF542F818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49D05-7D64-7E08-9B17-3650C254B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DDB5-C692-48CE-B12F-054839B87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51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D1B2-2803-CED4-5874-B4526B41E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A890D-FC18-7894-A898-9EC30283E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752E9-2C68-2DFC-BEFA-A62E6F095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53AA-182D-474A-B5F1-49E8CD4C436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DF87C-DEFA-2B6D-9829-04FA9D4C5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BBFB0-3329-4459-E8DB-C71FA20B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DDB5-C692-48CE-B12F-054839B87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6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1B56E-2705-E60B-AAB0-197F77FAB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9AE12-F0C4-BB89-4ED2-BF2BA7BE9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C40D8-00CD-7A19-7B9F-77505C27B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53AA-182D-474A-B5F1-49E8CD4C436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FB211-2C45-28C5-B736-22DBD61C4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0E4E7-0D83-8792-B2C2-C52E9433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DDB5-C692-48CE-B12F-054839B87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49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AD562-3BD5-B85B-DC59-B14798AB8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D535B-044F-FEE1-A988-DC2EF203A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D0C16-346A-61F3-036D-8699BF540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FCDC1-8AE3-743D-D732-0D0817E3D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53AA-182D-474A-B5F1-49E8CD4C436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9B9EC-F1BA-790D-C04E-8165624EA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224E6-7DA1-B107-096A-60FF0A09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DDB5-C692-48CE-B12F-054839B87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61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8DDB0-635B-D5BB-143B-687F1A77D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7A712-05FA-B17D-4C27-539CED731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7C6BA6-82F1-6658-F08F-B37AF669E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901C94-6CDC-AF19-0487-CC741A0F6A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6326BB-53BA-7EB6-F7DE-F76FFB7D4E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48DC22-B727-D125-0EC2-B0853152D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53AA-182D-474A-B5F1-49E8CD4C436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C8099-46BD-3A51-ABFC-760423B4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B1389D-3CF6-9BD0-CBEE-5919A426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DDB5-C692-48CE-B12F-054839B87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9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82326-626A-EE3A-6F9E-341467CFF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22860-1695-0D3C-C5D4-FA51BDAB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53AA-182D-474A-B5F1-49E8CD4C436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E1050B-44C3-B218-117D-89F698E2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C651F-1A92-F06A-897F-37C70E9A2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DDB5-C692-48CE-B12F-054839B87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65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027808-A3DD-F0F6-B224-22211618D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53AA-182D-474A-B5F1-49E8CD4C436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4F99B2-68E4-8770-6541-F63CD2640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66C49-97FC-4ACD-AD30-A9EDE2C0E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DDB5-C692-48CE-B12F-054839B87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44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5CDBA-B094-C885-54F8-BADF778AD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1181B-7A3B-0071-21B5-F4F6C688D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456282-017D-2E4C-7AC0-4E7239D4D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0AB59-431F-E282-8330-3044A843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53AA-182D-474A-B5F1-49E8CD4C436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CF1CC-DA30-F1D1-5591-E6F36DA96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042D6-075B-0D8E-B8F4-DAAAA2116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DDB5-C692-48CE-B12F-054839B87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24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4CFEB-2154-DEAD-F4D6-10425EFB2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CD2A6-EF5D-72BD-45E0-CA115C5E9D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447D0-1153-BD0B-6F22-42CAC8551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F6765-D5A7-9F36-7A02-491376F5D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53AA-182D-474A-B5F1-49E8CD4C436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72890-F247-39F6-1FD8-A8A646391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0C77D-4AD6-6D30-9292-BA7150DDF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DDB5-C692-48CE-B12F-054839B87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588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D482-AE82-DECC-DA61-B71CCC001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20BE32-3D64-93D5-FEEA-292407EEB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EF0B5-EB0A-F6BF-48EE-101041084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53AA-182D-474A-B5F1-49E8CD4C436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D0757-12F0-4E27-CC15-38584B989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DE516-C8F3-A318-E37E-0071DDE7A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DDB5-C692-48CE-B12F-054839B87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10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464A00-788E-1A4B-BFE6-671FD7FA0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34365-F176-274C-BDA5-1A8856457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655BD-36C0-C9DE-E4D4-2DD88B1C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53AA-182D-474A-B5F1-49E8CD4C436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1DB3A-B9B5-3DE9-FB44-2304F4D8F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85F6B-BB1C-8274-1756-A32A327DD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DDB5-C692-48CE-B12F-054839B87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345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3605C0-FB69-5957-FA94-EA8B7204F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A0AA8-E620-0D99-858D-DD2F1B478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E3637-FF8B-07F4-F162-664CB6284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F453AA-182D-474A-B5F1-49E8CD4C436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B7CC2-81DE-5218-83A5-7BCB5D42B4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07BFD-16E1-1AA9-A38C-9FDB80C67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41DDB5-C692-48CE-B12F-054839B87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17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6FC42E6-6C25-4922-95D2-B97B1E12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295F874-A8A5-4A14-8CFC-828968DE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754" y="0"/>
            <a:ext cx="473178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40BC8A-8055-291F-9B24-4087326E0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716" y="871442"/>
            <a:ext cx="2924843" cy="31723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AI-Powered Healthcare Plan Submission workflow</a:t>
            </a:r>
            <a:endParaRPr lang="en-US" sz="28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CA00EE-4336-0278-7BED-758E6D219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496" y="335280"/>
            <a:ext cx="5228184" cy="587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178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Banner"/>
          <p:cNvSpPr/>
          <p:nvPr/>
        </p:nvSpPr>
        <p:spPr>
          <a:xfrm>
            <a:off x="0" y="0"/>
            <a:ext cx="12192000" cy="684743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4256F0-42A9-9014-7C61-B31A1B4EB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026" y="108000"/>
            <a:ext cx="10515600" cy="475660"/>
          </a:xfrm>
        </p:spPr>
        <p:txBody>
          <a:bodyPr>
            <a:normAutofit fontScale="90000"/>
          </a:bodyPr>
          <a:lstStyle/>
          <a:p>
            <a:r>
              <a:rPr lang="en-US" dirty="0"/>
              <a:t>			</a:t>
            </a:r>
            <a:r>
              <a:rPr lang="en-US" sz="3600" b="1" dirty="0">
                <a:solidFill>
                  <a:schemeClr val="bg2"/>
                </a:solidFill>
              </a:rPr>
              <a:t>AWS step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D84E5-1EF1-8855-C513-1970D4D4D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719"/>
            <a:ext cx="10515600" cy="5420000"/>
          </a:xfrm>
        </p:spPr>
        <p:txBody>
          <a:bodyPr>
            <a:normAutofit/>
          </a:bodyPr>
          <a:lstStyle>
            <a:lvl1pPr>
              <a:lnSpc>
                <a:spcPct val="88000"/>
              </a:lnSpc>
              <a:spcBef>
                <a:spcPts val="200"/>
              </a:spcBef>
            </a:lvl1pPr>
          </a:lstStyle>
          <a:p>
            <a:pPr marL="0" indent="0">
              <a:buNone/>
            </a:pPr>
            <a:r>
              <a:rPr lang="en-US" sz="2050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What is AWS Step Functions?</a:t>
            </a:r>
          </a:p>
          <a:p>
            <a:pPr marL="0" indent="0">
              <a:buNone/>
            </a:pP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A fully managed workflow orchestration service that coordinates multiple AWS services into a reliable, scalable business workflow.</a:t>
            </a:r>
          </a:p>
          <a:p>
            <a:pPr marL="0" indent="0">
              <a:buNone/>
            </a:pPr>
            <a:endParaRPr lang="en-US" sz="1650" b="1" u="sng" dirty="0">
              <a:solidFill>
                <a:schemeClr val="accent3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50" b="1" u="sng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Key Features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Workflow Orchestration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Coordinates multiple AWS services in a defined sequence.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Built-in Reliability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Supports retries, timeouts, error handling, and exception management.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Massive Scalability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Can execute thousands of workflows concurrently.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Human-in-the-Loop Support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Enables approval steps, wait states, and long-running workflows.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Visual Workflow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Provides an easy-to-understand graphical representation of the business process.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Focus on Business Logic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Developers focus on implementing business logic while Step Functions manages workflow execution and state transitions.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Native AWS Integration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Seamlessly integrates with Lambda, Bedrock, SQS, SNS, </a:t>
            </a:r>
            <a:r>
              <a:rPr lang="en-US" sz="1450" dirty="0" err="1">
                <a:latin typeface="Aptos" panose="020B0004020202020204" pitchFamily="34" charset="0"/>
                <a:cs typeface="Arial" panose="020B0604020202020204" pitchFamily="34" charset="0"/>
              </a:rPr>
              <a:t>EventBridge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, ECS, DynamoDB, and many other AWS services.</a:t>
            </a:r>
          </a:p>
          <a:p>
            <a:pPr marL="0" indent="0">
              <a:buNone/>
            </a:pPr>
            <a:endParaRPr lang="en-US" sz="1650" b="1" dirty="0">
              <a:solidFill>
                <a:srgbClr val="FF0000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50" b="1" u="sng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Considerations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Simple workflows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may be better implemented using </a:t>
            </a:r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Lambda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SQS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, or </a:t>
            </a:r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Event Bridge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without Step Functions.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256 KB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maximum state payload between workflow steps.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Amazon States Language (ASL)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has a learning curve for developers new to Step Functions. </a:t>
            </a:r>
          </a:p>
          <a:p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Each </a:t>
            </a:r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state transition incurs a cost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, so evaluate cost versus workflow complexity.</a:t>
            </a:r>
          </a:p>
        </p:txBody>
      </p:sp>
    </p:spTree>
    <p:extLst>
      <p:ext uri="{BB962C8B-B14F-4D97-AF65-F5344CB8AC3E}">
        <p14:creationId xmlns:p14="http://schemas.microsoft.com/office/powerpoint/2010/main" val="1759542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Banner"/>
          <p:cNvSpPr/>
          <p:nvPr/>
        </p:nvSpPr>
        <p:spPr>
          <a:xfrm>
            <a:off x="0" y="10055"/>
            <a:ext cx="12192000" cy="71014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2DCD1D-EFC0-30C4-A8C1-8517668DD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108000"/>
            <a:ext cx="10515600" cy="710142"/>
          </a:xfrm>
        </p:spPr>
        <p:txBody>
          <a:bodyPr/>
          <a:lstStyle/>
          <a:p>
            <a:r>
              <a:rPr lang="en-US" sz="3600" b="1" dirty="0">
                <a:solidFill>
                  <a:srgbClr val="FFFFFF"/>
                </a:solidFill>
              </a:rPr>
              <a:t>			AWS Bedrock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10A7D-1EF5-7B49-1D72-1B47DD18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2069"/>
            <a:ext cx="10515600" cy="5029370"/>
          </a:xfrm>
        </p:spPr>
        <p:txBody>
          <a:bodyPr>
            <a:normAutofit/>
          </a:bodyPr>
          <a:lstStyle>
            <a:lvl1pPr>
              <a:lnSpc>
                <a:spcPct val="82000"/>
              </a:lnSpc>
              <a:spcBef>
                <a:spcPts val="100"/>
              </a:spcBef>
            </a:lvl1pPr>
          </a:lstStyle>
          <a:p>
            <a:pPr marL="0" indent="0">
              <a:buNone/>
            </a:pPr>
            <a:r>
              <a:rPr lang="en-US" sz="2050" b="1" dirty="0">
                <a:solidFill>
                  <a:schemeClr val="accent5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What is A</a:t>
            </a:r>
            <a:r>
              <a:rPr lang="en-US" sz="2050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mazo</a:t>
            </a:r>
            <a:r>
              <a:rPr lang="en-US" sz="2050" b="1" dirty="0">
                <a:solidFill>
                  <a:schemeClr val="accent5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n Bedrock?</a:t>
            </a:r>
          </a:p>
          <a:p>
            <a:pPr marL="0" indent="0">
              <a:buNone/>
            </a:pPr>
            <a:r>
              <a:rPr lang="en-US" sz="1450" dirty="0">
                <a:cs typeface="Arial" panose="020B0604020202020204" pitchFamily="34" charset="0"/>
              </a:rPr>
              <a:t>A fully managed AWS service that enables developers to build </a:t>
            </a:r>
            <a:r>
              <a:rPr lang="en-US" sz="1450" b="1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Generative AI applications</a:t>
            </a:r>
            <a:r>
              <a:rPr lang="en-US" sz="1450" dirty="0">
                <a:solidFill>
                  <a:schemeClr val="tx2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1450" dirty="0">
                <a:cs typeface="Arial" panose="020B0604020202020204" pitchFamily="34" charset="0"/>
              </a:rPr>
              <a:t>using leading Foundation Models through a unified API.</a:t>
            </a:r>
          </a:p>
          <a:p>
            <a:pPr marL="0" indent="0">
              <a:buNone/>
            </a:pPr>
            <a:endParaRPr lang="en-US" sz="1650" b="1" dirty="0">
              <a:solidFill>
                <a:srgbClr val="17395B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50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Key Features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Access to Multiple Foundation Models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Choose from Anthropic Claude, Amazon Nova, Meta Llama, Mistral, Cohere, and others.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Unified API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Switch between supported models with minimal application changes.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Fully Managed Service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No infrastructure, GPU provisioning, or model hosting required.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Enterprise Security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Integrates with AWS IAM, encryption, VPC, and CloudTrail.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Knowledge Bases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Ground AI responses using enterprise documents (RAG).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Guardrails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Apply safety controls and business policies to AI responses.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Agents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Build AI assistants capable of orchestrating multi-step tasks.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Model Customization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Fine-tune or customize supported models with organization-specific data. </a:t>
            </a:r>
          </a:p>
          <a:p>
            <a:pPr marL="0" indent="0">
              <a:buNone/>
            </a:pPr>
            <a:endParaRPr lang="en-US" sz="1650" b="1" dirty="0">
              <a:solidFill>
                <a:srgbClr val="17395B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50" b="1" u="sng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Considerations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Model Selection Matters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Different foundation models have different strengths, performance, and pricing.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Prompt Engineering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The quality and clarity of prompts significantly influence the quality of responses.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Response Validation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Foundation models can generate inaccurate or inconsistent outputs; important responses should be validated.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Cost &amp; Latency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Costs depend on the model used and the number of input/output tokens; response times also vary by model.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Knowledge Grounding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For enterprise use cases, consider using </a:t>
            </a:r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Knowledge Bases (RAG)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to ground responses in organization-specific data. </a:t>
            </a:r>
          </a:p>
          <a:p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Responsible AI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 – Apply </a:t>
            </a:r>
            <a:r>
              <a:rPr lang="en-US" sz="1450" b="1" dirty="0">
                <a:solidFill>
                  <a:srgbClr val="1F6FB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Guardrails</a:t>
            </a:r>
            <a:r>
              <a:rPr lang="en-US" sz="1450" dirty="0">
                <a:latin typeface="Aptos" panose="020B0004020202020204" pitchFamily="34" charset="0"/>
                <a:cs typeface="Arial" panose="020B0604020202020204" pitchFamily="34" charset="0"/>
              </a:rPr>
              <a:t>, access controls, and human oversight for sensitive or regulated use cases.</a:t>
            </a:r>
          </a:p>
        </p:txBody>
      </p:sp>
    </p:spTree>
    <p:extLst>
      <p:ext uri="{BB962C8B-B14F-4D97-AF65-F5344CB8AC3E}">
        <p14:creationId xmlns:p14="http://schemas.microsoft.com/office/powerpoint/2010/main" val="3561594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EBF5DE-38DB-5EF4-61E0-4CDD9CE18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6215" y="643467"/>
            <a:ext cx="7119570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0519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656</TotalTime>
  <Words>475</Words>
  <Application>Microsoft Office PowerPoint</Application>
  <PresentationFormat>Widescreen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 AI-Powered Healthcare Plan Submission workflow</vt:lpstr>
      <vt:lpstr>   AWS step functions</vt:lpstr>
      <vt:lpstr>   AWS Bedrock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manjula lattupally</dc:creator>
  <cp:lastModifiedBy>manjula lattupally</cp:lastModifiedBy>
  <cp:revision>3</cp:revision>
  <dcterms:created xsi:type="dcterms:W3CDTF">2026-07-16T14:38:22Z</dcterms:created>
  <dcterms:modified xsi:type="dcterms:W3CDTF">2026-07-17T01:34:56Z</dcterms:modified>
</cp:coreProperties>
</file>